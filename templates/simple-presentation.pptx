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1" autoAdjust="0"/>
    <p:restoredTop sz="94726" autoAdjust="0"/>
  </p:normalViewPr>
  <p:slideViewPr>
    <p:cSldViewPr snapToGrid="0" snapToObjects="1">
      <p:cViewPr varScale="1">
        <p:scale>
          <a:sx n="106" d="100"/>
          <a:sy n="106" d="100"/>
        </p:scale>
        <p:origin x="784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FA20-5B1B-24E2-A47C-FEA4CF0B8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400" y="1940400"/>
            <a:ext cx="8128799" cy="3474000"/>
          </a:xfrm>
        </p:spPr>
        <p:txBody>
          <a:bodyPr lIns="90000" tIns="36000" bIns="36000" anchor="b">
            <a:noAutofit/>
          </a:bodyPr>
          <a:lstStyle>
            <a:lvl1pPr algn="l">
              <a:defRPr sz="6000" b="1" i="0">
                <a:latin typeface="TT Interphases Black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D38B-689A-367A-93AE-5A9030F6D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00" y="5601600"/>
            <a:ext cx="8128799" cy="392400"/>
          </a:xfrm>
        </p:spPr>
        <p:txBody>
          <a:bodyPr tIns="90000" bIns="90000">
            <a:noAutofit/>
          </a:bodyPr>
          <a:lstStyle>
            <a:lvl1pPr marL="0" indent="0" algn="l">
              <a:buNone/>
              <a:defRPr sz="1600" b="0" i="0">
                <a:latin typeface="TT Interphases Mono" panose="02000506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75BCBB2-0CE2-C560-F913-02A9D00659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5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08E5-D499-8500-AA84-CFC5756E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tIns="36000" bIns="36000"/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5B5B-626F-7F90-8738-0674DFEA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E846-F25B-1774-7B4B-355D817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2678-D7E2-4F55-B5EC-AA455F08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2BBF-B1F1-B898-7026-552FF6F0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7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F134-D737-1F43-F773-BBC0F186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01" y="1940399"/>
            <a:ext cx="8128799" cy="3474000"/>
          </a:xfrm>
        </p:spPr>
        <p:txBody>
          <a:bodyPr lIns="90000"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B25D5-1C28-BA7C-AAE7-377B157C0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400" y="5601600"/>
            <a:ext cx="8128799" cy="392400"/>
          </a:xfrm>
        </p:spPr>
        <p:txBody>
          <a:bodyPr lIns="90000" anchor="ctr" anchorCtr="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982C-D363-7BB5-3F39-84A07D9B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3DA4-85DB-193B-A6A1-E6C05985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F66C-92F5-4967-0744-A9B9C045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DC68-CDCA-18FE-858C-69E1E19D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765E-369E-3220-1919-7A36571DF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4B784-FEC6-AC2B-3447-95A9CFC3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BB502-EFBD-2EAB-1EE7-1CE6EAF9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AEC42-7E4D-03F1-6919-785CCAE6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E72D9-D461-BEE9-1840-9FA8F3C5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336B-2458-5476-C977-7A3C4AFC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C83B-DF1C-972E-E80A-3F3D0002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9F63-732C-DB39-E6DB-C9421CCD7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74864-081B-A737-0500-98B4B8316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65821-0BC3-A8D1-85D0-541F06542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B793F-4AED-AA39-20B7-7D7F51ED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03B6E-ED51-EE46-09D9-5D729BA5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0609D-32A5-1C60-14F1-FDF1697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7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EE75-CD4E-3914-3DCD-B280B1AB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102D8-65DD-CD58-E44E-7417D2B4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50DD5-FB08-12ED-5913-8C9B997A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5D3C7-D12E-793D-629A-5683D31A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99D2A-4519-0309-6A5E-B5C1A457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25030-596E-EE44-96AA-DAF431C7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051B9-DD67-60BD-9BAD-CC5FFE2B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7B84-932F-E55A-8E87-E32B6E28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9659-15A0-0494-33C0-00826ACC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46FC2-5C4A-B671-3E14-F2781E8EA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5513-622C-A05A-80C0-85F8DF19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BAC8-076A-5D19-50DF-7348DF45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1666E-1EDA-FBE5-23E0-5DBFC143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6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65A1-47AE-09CE-8DBF-5A3E73F5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9478D-4682-6C0F-1BEF-D536A5D81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F1AA2-E45B-B89F-D476-B5C6C3A2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E58-8A98-C658-0B1E-6A11E41F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7077-C27D-679B-B323-3A42F1A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C99B-C66F-0505-AC6A-62A6B4EE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8A38F-89F6-A977-99E2-21997525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6C43-C856-013A-20A7-B7ED2BAB0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4891-65CD-8410-4A2B-6F3FDDB24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T Interphases" panose="02000503020000020004" pitchFamily="2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10/26/25</a:t>
            </a:fld>
            <a:endParaRPr lang="en-US">
              <a:latin typeface="TT Interphases" panose="0200050302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0240-B971-B96A-FA88-E96E4360A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T Interphases" panose="02000503020000020004" pitchFamily="2" charset="0"/>
              </a:defRPr>
            </a:lvl1pPr>
          </a:lstStyle>
          <a:p>
            <a:endParaRPr lang="en-US">
              <a:latin typeface="TT Interphases" panose="0200050302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D78CD-7A1D-2D6E-3B5A-6FDE68F96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T Interphases" panose="02000503020000020004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TT Interphases" panose="0200050302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AFB12-40E3-AE9A-3C32-24926CB9F853}"/>
              </a:ext>
            </a:extLst>
          </p:cNvPr>
          <p:cNvSpPr txBox="1"/>
          <p:nvPr userDrawn="1"/>
        </p:nvSpPr>
        <p:spPr>
          <a:xfrm>
            <a:off x="4508225" y="6643680"/>
            <a:ext cx="31755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Contains AI-generated content, which may be incorrect.</a:t>
            </a:r>
            <a:endParaRPr lang="en-NL" sz="1000" dirty="0" err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7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TT Interphases Black" panose="02000503020000020004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T Interphases" panose="0200050302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T Interphases" panose="0200050302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TT Interphases" panose="0200050302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T Interphases" panose="0200050302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T Interphases" panose="0200050302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5C56-5929-D68B-91EA-C80DD97BB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7A2A-1BA5-C893-F5DD-EAC0F1AA8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289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EDF3-29D6-D2A5-8B05-CB9E9182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5174-3220-E9B1-2A1A-5ACCAFB1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3616796"/>
      </p:ext>
    </p:extLst>
  </p:cSld>
  <p:clrMapOvr>
    <a:masterClrMapping/>
  </p:clrMapOvr>
</p:sld>
</file>

<file path=ppt/theme/theme1.xml><?xml version="1.0" encoding="utf-8"?>
<a:theme xmlns:a="http://schemas.openxmlformats.org/drawingml/2006/main" name="SBPdefault">
  <a:themeElements>
    <a:clrScheme name="Schuberg Philis">
      <a:dk1>
        <a:srgbClr val="1A1A20"/>
      </a:dk1>
      <a:lt1>
        <a:sysClr val="window" lastClr="FFFFFF"/>
      </a:lt1>
      <a:dk2>
        <a:srgbClr val="1E80ED"/>
      </a:dk2>
      <a:lt2>
        <a:srgbClr val="E8F2FD"/>
      </a:lt2>
      <a:accent1>
        <a:srgbClr val="1E80ED"/>
      </a:accent1>
      <a:accent2>
        <a:srgbClr val="1EE8ED"/>
      </a:accent2>
      <a:accent3>
        <a:srgbClr val="FFDB4E"/>
      </a:accent3>
      <a:accent4>
        <a:srgbClr val="E8F2FD"/>
      </a:accent4>
      <a:accent5>
        <a:srgbClr val="082646"/>
      </a:accent5>
      <a:accent6>
        <a:srgbClr val="020C17"/>
      </a:accent6>
      <a:hlink>
        <a:srgbClr val="AAABA9"/>
      </a:hlink>
      <a:folHlink>
        <a:srgbClr val="AAABA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86A7FE8-FC0F-B441-806C-8D39D0698D8F}" vid="{10847E4B-8EC8-9942-9E05-A45B9E0C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SBPdefault</Template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TT Interphases</vt:lpstr>
      <vt:lpstr>TT Interphases Black</vt:lpstr>
      <vt:lpstr>TT Interphases Mono</vt:lpstr>
      <vt:lpstr>SBPdefault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Simons</dc:creator>
  <cp:lastModifiedBy>Leo Simons</cp:lastModifiedBy>
  <cp:revision>2</cp:revision>
  <dcterms:created xsi:type="dcterms:W3CDTF">2025-10-26T11:31:26Z</dcterms:created>
  <dcterms:modified xsi:type="dcterms:W3CDTF">2025-10-26T15:31:26Z</dcterms:modified>
</cp:coreProperties>
</file>